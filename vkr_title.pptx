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D9F70E-9AA6-4AE0-B5DE-96A46B001309}" v="142" dt="2026-05-03T19:57:35.2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079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711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36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576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002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5335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754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695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169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727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261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FB779-270B-4192-84BA-A697F48306DC}" type="datetimeFigureOut">
              <a:rPr lang="ru-RU" smtClean="0"/>
              <a:t>03.05.2026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4979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876973"/>
            <a:ext cx="9144000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 sz="3600">
                <a:ea typeface="+mj-lt"/>
                <a:cs typeface="+mj-lt"/>
              </a:rPr>
              <a:t>ПРИМЕНЕНИЕ ВИЗУАЛЬНО-ЯЗЫКОВЫХ</a:t>
            </a:r>
            <a:endParaRPr lang="ru-RU" sz="3600"/>
          </a:p>
          <a:p>
            <a:r>
              <a:rPr lang="ru-RU" sz="3600">
                <a:ea typeface="+mj-lt"/>
                <a:cs typeface="+mj-lt"/>
              </a:rPr>
              <a:t>МОДЕЛЕЙ В ЗАДАЧЕ АВТОМАТИЧЕСКОГО</a:t>
            </a:r>
            <a:endParaRPr lang="ru-RU" sz="3600"/>
          </a:p>
          <a:p>
            <a:r>
              <a:rPr lang="ru-RU" sz="3600">
                <a:ea typeface="+mj-lt"/>
                <a:cs typeface="+mj-lt"/>
              </a:rPr>
              <a:t>АНАЛИЗА МЕДИЦИНСКИХ ИЗОБРАЖЕНИЙ</a:t>
            </a:r>
            <a:endParaRPr lang="ru-RU" sz="360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595580"/>
            <a:ext cx="914400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Пигунова Яна Витальевна</a:t>
            </a:r>
          </a:p>
          <a:p>
            <a:r>
              <a:rPr lang="ru-RU"/>
              <a:t>МФТИ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F7CA46-CEE7-5DB8-32FD-1A6B2E94FC0C}"/>
              </a:ext>
            </a:extLst>
          </p:cNvPr>
          <p:cNvSpPr txBox="1"/>
          <p:nvPr/>
        </p:nvSpPr>
        <p:spPr>
          <a:xfrm>
            <a:off x="4990479" y="5799455"/>
            <a:ext cx="221129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/>
              <a:t>Москва,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5E63A3-E85B-132B-717D-0C1DAC33D434}"/>
              </a:ext>
            </a:extLst>
          </p:cNvPr>
          <p:cNvSpPr txBox="1"/>
          <p:nvPr/>
        </p:nvSpPr>
        <p:spPr>
          <a:xfrm>
            <a:off x="269069" y="4618342"/>
            <a:ext cx="11657155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sz="2400">
                <a:ea typeface="+mn-lt"/>
                <a:cs typeface="+mn-lt"/>
              </a:rPr>
              <a:t>Научный руководитель: канд. физ.-мат. наук, доц. Аверкин Алексей Николаевич</a:t>
            </a:r>
            <a:endParaRPr lang="ru-RU"/>
          </a:p>
          <a:p>
            <a:endParaRPr lang="ru-RU"/>
          </a:p>
          <a:p>
            <a:pPr algn="l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2" baseType="lpstr">
      <vt:lpstr>Тема Office</vt:lpstr>
      <vt:lpstr>ПРИМЕНЕНИЕ ВИЗУАЛЬНО-ЯЗЫКОВЫХ МОДЕЛЕЙ В ЗАДАЧЕ АВТОМАТИЧЕСКОГО АНАЛИЗА МЕДИЦИНСКИХ ИЗОБРАЖЕНИЙ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53</cp:revision>
  <dcterms:created xsi:type="dcterms:W3CDTF">2026-05-03T19:45:56Z</dcterms:created>
  <dcterms:modified xsi:type="dcterms:W3CDTF">2026-05-03T20:00:21Z</dcterms:modified>
</cp:coreProperties>
</file>